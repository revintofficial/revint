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cf8e0f65fa4a76" /><Relationship Type="http://schemas.openxmlformats.org/officeDocument/2006/relationships/extended-properties" Target="/docProps/app.xml" Id="Rbb1b04434974476e" /><Relationship Type="http://schemas.openxmlformats.org/officeDocument/2006/relationships/officeDocument" Target="/ppt/presentation.xml" Id="R85a7477213a9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2b783ba42848ae"/>
  </p:sldMasterIdLst>
  <p:notesMasterIdLst>
    <p:notesMasterId xmlns:r="http://schemas.openxmlformats.org/officeDocument/2006/relationships" r:id="Rf8218e9710084fd1"/>
  </p:notesMasterIdLst>
  <p:sldIdLst>
    <p:sldId xmlns:r="http://schemas.openxmlformats.org/officeDocument/2006/relationships" id="256" r:id="R4d9a06cc64b249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b783ba42848ae" /><Relationship Type="http://schemas.openxmlformats.org/officeDocument/2006/relationships/theme" Target="/ppt/theme/theme1.xml" Id="R1e3697783f314617" /><Relationship Type="http://schemas.openxmlformats.org/officeDocument/2006/relationships/notesMaster" Target="/ppt/notesMasters/notesMaster1.xml" Id="Rf8218e9710084fd1" /><Relationship Type="http://schemas.openxmlformats.org/officeDocument/2006/relationships/presProps" Target="/ppt/presProps.xml" Id="Raca9b957c5e74268" /><Relationship Type="http://schemas.openxmlformats.org/officeDocument/2006/relationships/viewProps" Target="/ppt/viewProps.xml" Id="R39c5f81e1cb44443" /><Relationship Type="http://schemas.openxmlformats.org/officeDocument/2006/relationships/tableStyles" Target="/ppt/tableStyles.xml" Id="R989444fde12e4199" /><Relationship Type="http://schemas.openxmlformats.org/officeDocument/2006/relationships/slide" Target="/ppt/slides/slide1.xml" Id="R4d9a06cc64b2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cfea9763a1e45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20317824a402a" /><Relationship Type="http://schemas.openxmlformats.org/officeDocument/2006/relationships/notesMaster" Target="/ppt/notesMasters/notesMaster1.xml" Id="R0660ef224e974f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7afb9b81f544d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28b7836996482a" /><Relationship Type="http://schemas.openxmlformats.org/officeDocument/2006/relationships/slideLayout" Target="/ppt/slideLayouts/slideLayout2.xml" Id="R436a8657c6d5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6a8657c6d5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5d6d8909c64713" /><Relationship Type="http://schemas.openxmlformats.org/officeDocument/2006/relationships/notesSlide" Target="/ppt/notesSlides/notesSlide1.xml" Id="Rb423487257ab4b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0C0CF0-1787-4398-9E69-B32D3DF6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97F225-D13A-4692-8D99-00410AC2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5275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F33"/>
          </a:solidFill>
          <a:ln xmlns:a="http://schemas.openxmlformats.org/drawingml/2006/main" w="9525">
            <a:solidFill>
              <a:srgbClr val="536276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15E4644-CDB9-476F-A979-30F29805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42900"/>
            <a:ext cx="1219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F8C66A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8C66A"/>
                </a:solidFill>
                <a:latin typeface="Aptos"/>
                <a:ea typeface="Aptos"/>
                <a:cs typeface="Aptos"/>
              </a:rPr>
              <a:t>YATIRIMCI SLAYTI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0DC1-01B5-432E-BADA-A6E1BD24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85800"/>
            <a:ext cx="766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EEF4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EEF4FF"/>
                </a:solidFill>
                <a:latin typeface="Aptos Display"/>
                <a:ea typeface="Aptos Display"/>
                <a:cs typeface="Aptos Display"/>
              </a:rPr>
              <a:t>Enterprise tarafta kapali dongu revenue intelligence var. Local GTM tarafinda yok.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73517-BCF2-41CE-A4D4-3FB2CA30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62000"/>
            <a:ext cx="3476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LeadAC'in yatirim tezi: local-business satis stack'inin en ust karar ve ogrenme katmani olmak.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4E7E5-3C4B-4C4C-9C8F-67247133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0478">
            <a:solidFill>
              <a:srgbClr val="2235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FFFE8-BF56-4292-81C1-F2768C1F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0478">
            <a:solidFill>
              <a:srgbClr val="2A34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B339A-F8A9-407B-91A9-9B6AD31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38275"/>
            <a:ext cx="36576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A2D"/>
          </a:solidFill>
          <a:ln xmlns:a="http://schemas.openxmlformats.org/drawingml/2006/main" w="15240">
            <a:solidFill>
              <a:srgbClr val="21CF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E5DC5-04A7-4C5F-A5BB-B52B0A4A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7C8C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C14E6-6D89-4BDA-A7F5-4B7DDBDF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FF8CC-BD3A-4AE7-B961-BC5294B0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Ust katman olusmus durumda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65772-33BF-45E3-A23C-C2F6FA2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9D7CF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5A880-6B43-484E-BD43-9981A467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SMB / mid-market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26059-B6E6-4915-878D-A5C00F8A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Sinyal ve workflow var, ama parcalı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56006-9BA8-4DD5-AF97-E81EE74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38300"/>
            <a:ext cx="323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5240">
            <a:solidFill>
              <a:srgbClr val="21CF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12BCE-B8D8-43CB-9250-294110E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3355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Local-business GTM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EC331-86FB-4652-B833-293502FA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9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En ust zeka katmani bos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C5786-3F67-4F96-AA90-3756DEA1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C903B-6989-45F1-A69A-467B64F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8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DE429-5BA5-4796-95A6-A6A34307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Kapali dongu revenue intelligence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0A93B-1AA8-44DE-946D-FD693233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Gelir sonuclarindan ogrenir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7EF0D-1B87-41BE-A196-2ABF0C7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HockeyStack | Gong / Clari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F09CE-2379-4A63-8253-D817CA44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D855D6-89E9-48F2-803B-D1E7ED60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7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2BAF43-4907-4E7E-B68C-C7DC998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Parcali intelligence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5016A3-A702-48C4-8272-D9177AC8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Sinyal var, lokal operasyon baglami zayif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E49E0-1B10-4F3D-A5DE-29C75671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Common Room | Pocus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7EBF2-307F-4930-AAA1-C1A32DB3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323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31"/>
          </a:solidFill>
          <a:ln xmlns:a="http://schemas.openxmlformats.org/drawingml/2006/main" w="22860">
            <a:solidFill>
              <a:srgbClr val="F8C6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8648D-2B97-4111-987D-11E85BD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632901-0D7A-48E3-B2A4-4645ABF5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860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F8C66A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F8C66A"/>
                </a:solidFill>
                <a:latin typeface="Aptos"/>
                <a:ea typeface="Aptos"/>
                <a:cs typeface="Aptos"/>
              </a:rPr>
              <a:t>Bos kategori: local operating brain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F35BD1-22C9-4A61-841A-38AB9D6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146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Aksiyon, outcome ve vertical playbook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DECB12-3DC4-4A6B-90AE-2B562D51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241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LeadAC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F93BD7-540C-40F9-8770-A3D7435E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6C1FDF-7DCB-4428-9B16-7DF904D2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7C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CC89B-9DC7-4005-AEBC-D67539F0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Buyer / signal intelligence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C44CC0-0DB9-4F46-B521-4FCBEC99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Intent, product ve account sinyalleri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4B8AAF-9EC0-400B-93EC-5CD4E9A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Common Room | Pocus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D308B4-E97F-47E2-859C-66AEBF06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1E09DD-DD89-4C58-8FA5-5D58FB73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3AF09F-18AF-4562-9F2B-732EED1D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GTM workflow katmani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B008A2-B000-4C65-9FC8-1A20554F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99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Enrichment ve play execution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662132-CDCA-497D-8518-622CDE64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Clay | Apollo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84C464-5FC0-4EE2-8367-9A8861D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85BA5F-46D9-44DA-9983-D255D812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C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34B887-FE5A-4A52-9470-2590F87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813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SMB account intelligence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F274A8-9FDB-4F0B-967F-AF98F094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99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Local TAM ve SMB attribute'lari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719273-9FE1-41D2-A612-96BF95B4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95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Orbital | Openmart | Resquared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2411F4-CFD4-4FCC-85D6-ABFEEBD0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2F6210-D1AF-46F5-99C1-76573D6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5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AED81D-BF0A-43D9-A216-59EA4844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Data + enrichment workflow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2ABF56F-E118-4484-8881-05C6C888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Field doldurur, CRM'e tasir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A04952-2B00-467D-BBEB-6CDBDC7B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Clay | Apollo | ZoomInfo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B4DB7B-D495-48A2-B722-EE84D352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0A70F8-DD2D-445A-A3EC-3B4A423C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688E51-07D1-43A5-A789-6FEA4C3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CRM + sender stack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FC3C88-B739-4553-85E5-58E4DEB0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48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Pipeline tutar, kampanya gonderir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DECE49-50CD-482F-A2E8-CC84B4F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HubSpot | Smartlead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15815BF-C899-4C96-9055-A8FF5035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19FEF6-9AC9-4384-ABC8-8B745CB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D9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C6D6A5-E2CF-42CB-BAEB-D0040FEE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195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Local discovery + enrichment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30D33EA-E6EA-40A0-826D-8B503A36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48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Restoran, review, owner, site bulur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58BEB8-18BD-4721-ACCD-87FB836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Google Maps | Apify | Clay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6B1B9E-C0A4-4EC3-AF03-A80D8D8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FCA47B-DBAF-4069-AEE1-5D230DE2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0D1D4F6-78FD-44B5-BC0D-FDAAD52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System of record + execution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482CC5-5B05-45AA-B1C8-E5F11B62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Pipeline, outbound ve aktivite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AEAEF70-51FA-41BB-AA8C-7F82296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Salesforce | HubSpot | Outreach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606A03-B36A-4276-8485-2060BB88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9D9158-7E2F-41F5-A778-0C8AE267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1EDA2F2-1B2A-42AB-9095-07AB0D3C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Generic B2B data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939E7CC-800E-4536-9E66-EF482013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Desk-worker B2B coverage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E49184-0F17-4A3F-B716-7F687D9C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Apollo | ZoomInfo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6FD3AE-E8B4-421C-ADDE-1A3DA67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323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1430">
            <a:solidFill>
              <a:srgbClr val="1C334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B20D68-0F6C-4A61-BA80-79A4EE3B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53000"/>
            <a:ext cx="666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F9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E900F4-5F6F-4117-8A9E-12FE5F63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0577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CRM + sender altyapisi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0D8D405-2C04-42DA-AF09-D971FECB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863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96A3B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96A3B8"/>
                </a:solidFill>
                <a:latin typeface="Aptos"/>
                <a:ea typeface="Aptos"/>
                <a:cs typeface="Aptos"/>
              </a:rPr>
              <a:t>Pipeline tutar, outreach calistirir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790B2C-9480-4CD9-A43A-C1A6B92D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495925"/>
            <a:ext cx="285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EEF4FF"/>
                </a:solidFill>
                <a:latin typeface="Aptos"/>
                <a:ea typeface="Aptos"/>
                <a:cs typeface="Aptos"/>
              </a:rPr>
              <a:t>HubSpot | Smartlead | Instantly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D73F3A-5023-489F-9FED-F34DF0A6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115050"/>
            <a:ext cx="1154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828"/>
          </a:solidFill>
          <a:ln xmlns:a="http://schemas.openxmlformats.org/drawingml/2006/main" w="10478">
            <a:solidFill>
              <a:srgbClr val="F8C66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9A1ED81-3F50-4364-BEA8-272A9FE1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29350"/>
            <a:ext cx="10953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EEF4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EEF4FF"/>
                </a:solidFill>
                <a:latin typeface="Aptos"/>
                <a:ea typeface="Aptos"/>
                <a:cs typeface="Aptos"/>
              </a:rPr>
              <a:t>Yatirimci okuması: Enterprise'da kapali dongu intelligence olustu. Local/SMB karsiligi henuz yok. LeadAC bu boslugu FineDine ile baslayarak sahiplenir.</a:t>
            </a:r>
          </a:p>
        </p:txBody>
      </p:sp>
    </p:spTree>
    <p:extLst>
      <p:ext uri="{BB962C8B-B14F-4D97-AF65-F5344CB8AC3E}">
        <p14:creationId xmlns:p14="http://schemas.microsoft.com/office/powerpoint/2010/main" val="1958947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2026-05-29T02:18:32.4630000Z</dcterms:created>
  <dcterms:modified xsi:type="dcterms:W3CDTF">2026-05-29T02:18:32.4630000Z</dcterms:modified>
</coreProperties>
</file>